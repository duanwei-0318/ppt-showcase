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智能降噪耳机 Pro</a:t>
            </a:r>
          </a:p>
          <a:p>
            <a:pPr algn="ctr">
              <a:spcBef>
                <a:spcPts val="1400"/>
              </a:spcBef>
              <a:defRPr sz="2000">
                <a:solidFill>
                  <a:srgbClr val="81C4F5"/>
                </a:solidFill>
              </a:defRPr>
            </a:pPr>
            <a:r>
              <a:t>¥899   |   旗舰级降噪 · 40小时续航</a:t>
            </a:r>
          </a:p>
          <a:p>
            <a:pPr algn="ctr">
              <a:spcBef>
                <a:spcPts val="800"/>
              </a:spcBef>
              <a:defRPr sz="1400">
                <a:solidFill>
                  <a:srgbClr val="B2BEC3"/>
                </a:solidFill>
              </a:defRPr>
            </a:pPr>
            <a:r>
              <a:t>分类: 电子产品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2D3436"/>
                </a:solidFill>
              </a:defRPr>
            </a:pPr>
            <a:r>
              <a:t>北欧简约台灯</a:t>
            </a:r>
          </a:p>
          <a:p>
            <a:pPr algn="ctr">
              <a:spcBef>
                <a:spcPts val="1400"/>
              </a:spcBef>
              <a:defRPr sz="2000">
                <a:solidFill>
                  <a:srgbClr val="E17055"/>
                </a:solidFill>
              </a:defRPr>
            </a:pPr>
            <a:r>
              <a:t>¥259   |   三档色温 · 无频闪护眼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分类: 家居生活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采用天然木纹底座，三档色温调节，适合阅读和工作使用。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2D3436"/>
                </a:solidFill>
              </a:defRPr>
            </a:pPr>
            <a:r>
              <a:t>轻量化运动跑鞋 Air 3</a:t>
            </a:r>
          </a:p>
          <a:p>
            <a:pPr algn="ctr">
              <a:spcBef>
                <a:spcPts val="1400"/>
              </a:spcBef>
              <a:defRPr sz="2000">
                <a:solidFill>
                  <a:srgbClr val="00B894"/>
                </a:solidFill>
              </a:defRPr>
            </a:pPr>
            <a:r>
              <a:t>¥599   |   超轻透气 · 减震回弹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分类: 运动户外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鞋面采用Flyknit飞织技术，单只仅重210g。全掌气垫减震，适合长跑和日常训练。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有机绿茶礼盒</a:t>
            </a:r>
          </a:p>
          <a:p>
            <a:pPr algn="ctr">
              <a:spcBef>
                <a:spcPts val="1400"/>
              </a:spcBef>
              <a:defRPr sz="2000">
                <a:solidFill>
                  <a:srgbClr val="81C4F5"/>
                </a:solidFill>
              </a:defRPr>
            </a:pPr>
            <a:r>
              <a:t>¥168   |   明前采摘 · 精美礼盒装</a:t>
            </a:r>
          </a:p>
          <a:p>
            <a:pPr algn="ctr">
              <a:spcBef>
                <a:spcPts val="800"/>
              </a:spcBef>
              <a:defRPr sz="1400">
                <a:solidFill>
                  <a:srgbClr val="B2BEC3"/>
                </a:solidFill>
              </a:defRPr>
            </a:pPr>
            <a:r>
              <a:t>分类: 食品饮料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2D3436"/>
                </a:solidFill>
              </a:defRPr>
            </a:pPr>
            <a:r>
              <a:t>商务双肩背包</a:t>
            </a:r>
          </a:p>
          <a:p>
            <a:pPr algn="ctr">
              <a:spcBef>
                <a:spcPts val="1400"/>
              </a:spcBef>
              <a:defRPr sz="2000">
                <a:solidFill>
                  <a:srgbClr val="E17055"/>
                </a:solidFill>
              </a:defRPr>
            </a:pPr>
            <a:r>
              <a:t>¥349   |   防水耐磨 · 大容量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分类: 办公用品</a:t>
            </a:r>
          </a:p>
          <a:p>
            <a:pPr algn="ctr">
              <a:spcBef>
                <a:spcPts val="800"/>
              </a:spcBef>
              <a:defRPr sz="1400">
                <a:solidFill>
                  <a:srgbClr val="636E72"/>
                </a:solidFill>
              </a:defRPr>
            </a:pPr>
            <a:r>
              <a:t>容量28L，可放15.6寸笔记本。背部透气设计，S型肩带减压。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